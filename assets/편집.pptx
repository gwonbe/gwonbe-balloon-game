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A073D-EF21-4616-A385-3E0ED6FEBC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EE9BB90-331E-8D66-F5A8-9ACA1269F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DC04FF-528A-6BF0-3206-2B6475F4B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702E6-56E0-475C-8796-C12062C17651}" type="datetimeFigureOut">
              <a:rPr lang="ko-KR" altLang="en-US" smtClean="0"/>
              <a:t>2026-10-27-Tue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46D74B-0A7C-A496-345F-A129C7F44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D33D3A-3222-27FF-AC19-DC6448127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8247-B892-4E8A-983B-0DB4F6E29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1656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57AF1-A30E-5176-FD73-903F73448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7B27F-B330-1AE0-096C-BEFCECD02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D0681C-F712-87C0-5EBA-9B0CBFEEA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702E6-56E0-475C-8796-C12062C17651}" type="datetimeFigureOut">
              <a:rPr lang="ko-KR" altLang="en-US" smtClean="0"/>
              <a:t>2026-10-27-Tue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3D3E3D-F8CA-8C9C-157C-83291E782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E591EF-A6CE-C5DA-29AF-D46D0D940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8247-B892-4E8A-983B-0DB4F6E29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02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1C92C-7285-992E-0FC3-2F3C681AE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9C2D32-82D5-ECBF-4CB8-0D43A6F05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2FE81E-053F-3550-5639-FC8EC792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702E6-56E0-475C-8796-C12062C17651}" type="datetimeFigureOut">
              <a:rPr lang="ko-KR" altLang="en-US" smtClean="0"/>
              <a:t>2026-10-27-Tue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EDBF1F-D649-7B6F-4BB7-457F983E5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3DEDFC-91A0-CA81-19CE-42C112E67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8247-B892-4E8A-983B-0DB4F6E29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866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383C03-CE9D-1DAD-2C15-409EDE06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37CEB6-C465-07F6-9598-9C9650D76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D2F7314-034B-AC32-E355-5F4854898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32ACB1-0A4B-3BB8-FEFC-A834F4AF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702E6-56E0-475C-8796-C12062C17651}" type="datetimeFigureOut">
              <a:rPr lang="ko-KR" altLang="en-US" smtClean="0"/>
              <a:t>2026-10-27-Tue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B8CB367-42EF-F2AC-900F-C3D6A1415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66A15C-9708-7806-68FF-06BE163B8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8247-B892-4E8A-983B-0DB4F6E29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12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C62BDF-7226-7F7D-B6A6-760A3E93E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8FE2F1-9F68-2C92-9147-0B0619B78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E7846E-F480-FC7D-C729-608C4073E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72FCC5-7B06-4632-B4B5-C0970F58D5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503E8CC-0778-3E6A-1540-B4EDFBC353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165839-30B0-30DF-1035-43867DBF4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702E6-56E0-475C-8796-C12062C17651}" type="datetimeFigureOut">
              <a:rPr lang="ko-KR" altLang="en-US" smtClean="0"/>
              <a:t>2026-10-27-Tue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40FCF87-9DF6-3384-0F50-85484E1E4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F08B796-A197-2DC5-973C-78C312E1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8247-B892-4E8A-983B-0DB4F6E29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163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1FBB03-98E0-48DE-A85F-A1BCA3DBB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6FFC23-0AF9-3973-479C-331315829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702E6-56E0-475C-8796-C12062C17651}" type="datetimeFigureOut">
              <a:rPr lang="ko-KR" altLang="en-US" smtClean="0"/>
              <a:t>2026-10-27-Tue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7EB15C-2174-04AB-9210-1275149D6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9E4DF2-2343-EBF6-A8C5-B0A4B24C8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8247-B892-4E8A-983B-0DB4F6E29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519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3178A1B-65BA-37DB-00E7-7D26DDC81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702E6-56E0-475C-8796-C12062C17651}" type="datetimeFigureOut">
              <a:rPr lang="ko-KR" altLang="en-US" smtClean="0"/>
              <a:t>2026-10-27-Tue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F40A78F-2AC7-F0C2-8496-DE2434A1D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B67844-5D68-CC74-FA2E-F4EC6EDB2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8247-B892-4E8A-983B-0DB4F6E29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5275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324293-A11F-5438-0277-802DA4BE7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A7DD93-E2AA-E716-D3F5-12D6E6261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5A82BE-F8B7-3FF8-6DD0-E20A5E27E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8BFF25-6BFC-C8EB-EF24-F263D260C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702E6-56E0-475C-8796-C12062C17651}" type="datetimeFigureOut">
              <a:rPr lang="ko-KR" altLang="en-US" smtClean="0"/>
              <a:t>2026-10-27-Tue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8A6BFE-3115-F8FD-02ED-AE63C7963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38B9BA-A75A-26FB-A04F-6E09B10FB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8247-B892-4E8A-983B-0DB4F6E29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793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B0CC6-F818-AB07-860F-ADD13B65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AA17765-AFF2-6AD4-3B47-CD98C462C5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464F8F-8A0F-333D-BF1F-05B61A12A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EA84C3-9E5F-912B-6B40-23766E496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702E6-56E0-475C-8796-C12062C17651}" type="datetimeFigureOut">
              <a:rPr lang="ko-KR" altLang="en-US" smtClean="0"/>
              <a:t>2026-10-27-Tue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B7647E-F435-5D28-F301-CD5EA012B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1770F7-E580-7AFC-A13C-8389256F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8247-B892-4E8A-983B-0DB4F6E29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978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F4A0D-3586-EAFC-4FF2-A3B25AB92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98B71D-106B-7907-54D8-CF7694ECE0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8CDF17-003B-80DC-21AE-DF21EB3D7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702E6-56E0-475C-8796-C12062C17651}" type="datetimeFigureOut">
              <a:rPr lang="ko-KR" altLang="en-US" smtClean="0"/>
              <a:t>2026-10-27-Tue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706BD8-8B9F-4AE9-97E8-FCDC754E0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65F335-21C9-5B68-D764-5351F50A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8247-B892-4E8A-983B-0DB4F6E29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651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F7436E-2998-1EDD-8957-973A97D78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533352-04CB-419F-309B-2774D0558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91786F-404F-4F03-CF44-12E591A2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702E6-56E0-475C-8796-C12062C17651}" type="datetimeFigureOut">
              <a:rPr lang="ko-KR" altLang="en-US" smtClean="0"/>
              <a:t>2026-10-27-Tue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08D5D5-898B-3D1C-5861-1FFB2A4AC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D6BA13-0DB1-85F6-E2A2-D0586A1F6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98247-B892-4E8A-983B-0DB4F6E29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052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324A1EE-84DB-7624-B353-6EE496230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2B5F9E-FB77-F48A-4CC6-7DF7F0801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71B1B6-C472-4AC7-0671-53D78427F3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702E6-56E0-475C-8796-C12062C17651}" type="datetimeFigureOut">
              <a:rPr lang="ko-KR" altLang="en-US" smtClean="0"/>
              <a:t>2026-10-27-Tue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A6CB8C-D5FD-4247-3D35-15A013011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C2ED5F-ACFD-79A3-A251-8A15E3762C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98247-B892-4E8A-983B-0DB4F6E296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97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69002A9-2D81-65E2-1754-7017F1750C00}"/>
              </a:ext>
            </a:extLst>
          </p:cNvPr>
          <p:cNvGrpSpPr/>
          <p:nvPr/>
        </p:nvGrpSpPr>
        <p:grpSpPr>
          <a:xfrm>
            <a:off x="0" y="0"/>
            <a:ext cx="3827721" cy="6858000"/>
            <a:chOff x="-623541" y="-883920"/>
            <a:chExt cx="3827721" cy="6858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6E6D26F-2BE6-5726-6F63-FBBB950B2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23541" y="-883920"/>
              <a:ext cx="3827721" cy="6858000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527E5D00-D24E-729F-1071-F102C9EAC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19" t="11556" r="7619" b="62814"/>
            <a:stretch>
              <a:fillRect/>
            </a:stretch>
          </p:blipFill>
          <p:spPr>
            <a:xfrm>
              <a:off x="-345441" y="285020"/>
              <a:ext cx="3271520" cy="1757680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8C4F209-52C9-CB83-6E19-0211C23301D6}"/>
                </a:ext>
              </a:extLst>
            </p:cNvPr>
            <p:cNvSpPr/>
            <p:nvPr/>
          </p:nvSpPr>
          <p:spPr>
            <a:xfrm>
              <a:off x="2566035" y="5305425"/>
              <a:ext cx="310515" cy="352425"/>
            </a:xfrm>
            <a:prstGeom prst="rect">
              <a:avLst/>
            </a:prstGeom>
            <a:solidFill>
              <a:srgbClr val="B8E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1F17A88-01A7-1FA4-5A16-7558EEF5149F}"/>
              </a:ext>
            </a:extLst>
          </p:cNvPr>
          <p:cNvGrpSpPr/>
          <p:nvPr/>
        </p:nvGrpSpPr>
        <p:grpSpPr>
          <a:xfrm>
            <a:off x="4354011" y="0"/>
            <a:ext cx="3827721" cy="6858000"/>
            <a:chOff x="4354011" y="0"/>
            <a:chExt cx="3827721" cy="685800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F594E1B-E888-3DE8-998E-D7A5A99FDC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4011" y="0"/>
              <a:ext cx="3827721" cy="6858000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E223F9B0-27B3-541C-2B9A-25D277340874}"/>
                </a:ext>
              </a:extLst>
            </p:cNvPr>
            <p:cNvSpPr/>
            <p:nvPr/>
          </p:nvSpPr>
          <p:spPr>
            <a:xfrm>
              <a:off x="7543587" y="6189345"/>
              <a:ext cx="310515" cy="352425"/>
            </a:xfrm>
            <a:prstGeom prst="rect">
              <a:avLst/>
            </a:prstGeom>
            <a:solidFill>
              <a:srgbClr val="B8E3F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6F44104A-A2DE-5154-3268-44DA97BFB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6739" y="1278015"/>
              <a:ext cx="3382263" cy="18166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579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유진 신</dc:creator>
  <cp:lastModifiedBy>유진 신</cp:lastModifiedBy>
  <cp:revision>2</cp:revision>
  <dcterms:created xsi:type="dcterms:W3CDTF">2026-10-19T12:08:11Z</dcterms:created>
  <dcterms:modified xsi:type="dcterms:W3CDTF">2026-10-27T13:26:07Z</dcterms:modified>
</cp:coreProperties>
</file>